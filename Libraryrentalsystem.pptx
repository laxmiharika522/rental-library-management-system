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384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644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03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73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744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394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781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872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508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93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6374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93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151080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65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048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966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CE00A-5E4D-47CD-AD97-6CF6A0D55676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824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EDFAD-56CC-5D78-7816-416FF9EA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56F88-D6D2-3168-77AA-B45AE21F7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2345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To develop an interactive and user friendly website for an online book rental system that allows users to browse, rent, and manage books efficiently.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49323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EBF0C-B5A8-87D0-8215-E8D852AD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839AB-7653-21D0-244C-3AF849C76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Provide easy book browsing and searching</a:t>
            </a:r>
            <a:br>
              <a:rPr lang="en-US" sz="2400" dirty="0"/>
            </a:br>
            <a:r>
              <a:rPr lang="en-US" sz="2400" dirty="0"/>
              <a:t>• User registration and login interface</a:t>
            </a:r>
            <a:br>
              <a:rPr lang="en-US" sz="2400" dirty="0"/>
            </a:br>
            <a:r>
              <a:rPr lang="en-US" sz="2400" dirty="0"/>
              <a:t>• Rent and return book UI</a:t>
            </a:r>
            <a:br>
              <a:rPr lang="en-US" sz="2400" dirty="0"/>
            </a:br>
            <a:r>
              <a:rPr lang="en-US" sz="2400" dirty="0"/>
              <a:t>• Admin dashboard interface</a:t>
            </a:r>
            <a:br>
              <a:rPr lang="en-US" sz="2400" dirty="0"/>
            </a:br>
            <a:r>
              <a:rPr lang="en-US" sz="2400" dirty="0"/>
              <a:t>• Connect frontend with backend APIs</a:t>
            </a:r>
            <a:br>
              <a:rPr lang="en-US" sz="2400" dirty="0"/>
            </a:br>
            <a:r>
              <a:rPr lang="en-US" sz="2400" dirty="0"/>
              <a:t>• Responsive design for all devices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63223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02C1E-51B0-D85D-E1C1-540F2C0BA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04DB5-238F-D928-AFB4-14DD83D2D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• HTML &amp; CSS</a:t>
            </a:r>
          </a:p>
          <a:p>
            <a:pPr marL="0" indent="0">
              <a:buNone/>
            </a:pPr>
            <a:r>
              <a:rPr lang="en-IN" sz="2000" dirty="0"/>
              <a:t>•React JS</a:t>
            </a:r>
            <a:br>
              <a:rPr lang="en-IN" sz="2000" dirty="0"/>
            </a:br>
            <a:r>
              <a:rPr lang="en-IN" sz="2000" dirty="0"/>
              <a:t>• JavaScript </a:t>
            </a:r>
            <a:br>
              <a:rPr lang="en-IN" sz="2000" dirty="0"/>
            </a:br>
            <a:r>
              <a:rPr lang="en-IN" sz="2000" dirty="0"/>
              <a:t>• Axios for API calls</a:t>
            </a:r>
            <a:br>
              <a:rPr lang="en-IN" sz="2000" dirty="0"/>
            </a:br>
            <a:r>
              <a:rPr lang="en-IN" sz="2000" dirty="0"/>
              <a:t>• React Router</a:t>
            </a:r>
            <a:br>
              <a:rPr lang="en-IN" sz="2000" dirty="0"/>
            </a:br>
            <a:r>
              <a:rPr lang="en-IN" sz="2000" dirty="0"/>
              <a:t>• JWT based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651886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ED01C-87D2-41A3-CC4A-B148377F2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Main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E9B04-4444-30EF-89C3-F6A750548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• Login &amp; Register</a:t>
            </a:r>
            <a:br>
              <a:rPr lang="en-US" sz="2000" dirty="0"/>
            </a:br>
            <a:r>
              <a:rPr lang="en-US" sz="2000" dirty="0"/>
              <a:t>• Rented book List</a:t>
            </a:r>
            <a:br>
              <a:rPr lang="en-US" sz="2000" dirty="0"/>
            </a:br>
            <a:r>
              <a:rPr lang="en-US" sz="2000" dirty="0"/>
              <a:t>• Book Card</a:t>
            </a:r>
            <a:br>
              <a:rPr lang="en-US" sz="2000" dirty="0"/>
            </a:br>
            <a:r>
              <a:rPr lang="en-US" sz="2000" dirty="0"/>
              <a:t>• Add Book</a:t>
            </a:r>
            <a:br>
              <a:rPr lang="en-US" sz="2000" dirty="0"/>
            </a:br>
            <a:r>
              <a:rPr lang="en-US" sz="2000" dirty="0"/>
              <a:t>• Rental Page</a:t>
            </a:r>
            <a:br>
              <a:rPr lang="en-US" sz="2000" dirty="0"/>
            </a:br>
            <a:r>
              <a:rPr lang="en-US" sz="2000" dirty="0"/>
              <a:t>• Admin Dashboard</a:t>
            </a:r>
            <a:br>
              <a:rPr lang="en-US" sz="2000" dirty="0"/>
            </a:br>
            <a:r>
              <a:rPr lang="en-US" sz="2000" dirty="0"/>
              <a:t>• User Profile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8594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F919C-971B-A35A-055B-D9ABC7997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C83A2-A562-3D06-3081-7C8EDFABA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• Home Page</a:t>
            </a:r>
            <a:br>
              <a:rPr lang="en-IN" sz="2000" dirty="0"/>
            </a:br>
            <a:r>
              <a:rPr lang="en-IN" sz="2000" dirty="0"/>
              <a:t>• </a:t>
            </a:r>
            <a:r>
              <a:rPr lang="en-IN" sz="2000" dirty="0" err="1"/>
              <a:t>Catalog</a:t>
            </a:r>
            <a:r>
              <a:rPr lang="en-IN" sz="2000" dirty="0"/>
              <a:t> Page</a:t>
            </a:r>
            <a:br>
              <a:rPr lang="en-IN" sz="2000" dirty="0"/>
            </a:br>
            <a:r>
              <a:rPr lang="en-IN" sz="2000" dirty="0"/>
              <a:t>• Book Details Page</a:t>
            </a:r>
            <a:br>
              <a:rPr lang="en-IN" sz="2000" dirty="0"/>
            </a:br>
            <a:r>
              <a:rPr lang="en-IN" sz="2000" dirty="0"/>
              <a:t>• My Rentals Page</a:t>
            </a:r>
            <a:br>
              <a:rPr lang="en-IN" sz="2000" dirty="0"/>
            </a:br>
            <a:r>
              <a:rPr lang="en-IN" sz="2000" dirty="0"/>
              <a:t>• Dashboard Page</a:t>
            </a:r>
            <a:br>
              <a:rPr lang="en-IN" sz="2000" dirty="0"/>
            </a:br>
            <a:r>
              <a:rPr lang="en-IN" sz="2000" dirty="0"/>
              <a:t>• Profile Page</a:t>
            </a:r>
          </a:p>
        </p:txBody>
      </p:sp>
    </p:spTree>
    <p:extLst>
      <p:ext uri="{BB962C8B-B14F-4D97-AF65-F5344CB8AC3E}">
        <p14:creationId xmlns:p14="http://schemas.microsoft.com/office/powerpoint/2010/main" val="3744392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5E6A3-4051-0C79-F28C-0B5CBF26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32CB5-0138-9A41-1F45-E9BF70E53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Working Flow:</a:t>
            </a:r>
          </a:p>
          <a:p>
            <a:pPr marL="0" indent="0">
              <a:buNone/>
            </a:pPr>
            <a:r>
              <a:rPr lang="en-US" dirty="0"/>
              <a:t>User Login → Token Stored → Browse Books → Select Book → Rent Book →View in My Rentals → Return Book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8919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50CCB-8177-2CE6-7781-C7ADF18F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78B4F-9D63-9457-51E7-3FA09D4C8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Book Rental System provides an easy, responsive and interactive interface. It helps users to manage book rentals digitally with secure API communication and modern react concepts.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883837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209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Aim</vt:lpstr>
      <vt:lpstr>Objectives</vt:lpstr>
      <vt:lpstr>Technologies Used</vt:lpstr>
      <vt:lpstr>Main Components</vt:lpstr>
      <vt:lpstr>Pages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Gangaprasad G</dc:creator>
  <cp:lastModifiedBy>Santhosh Raminedi</cp:lastModifiedBy>
  <cp:revision>2</cp:revision>
  <dcterms:created xsi:type="dcterms:W3CDTF">2026-02-10T06:47:42Z</dcterms:created>
  <dcterms:modified xsi:type="dcterms:W3CDTF">2026-02-26T10:37:43Z</dcterms:modified>
</cp:coreProperties>
</file>