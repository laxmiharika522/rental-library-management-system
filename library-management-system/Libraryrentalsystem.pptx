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38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64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03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73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74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39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781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87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50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9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6374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93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5108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65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04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96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CE00A-5E4D-47CD-AD97-6CF6A0D5567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1D766E-FFF3-40F9-A945-7240384E7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82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4A21-A951-93FF-4313-7BF9D2095E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Library Rental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F2D87-5CF7-4908-18BF-E381643F9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Nanditha G Nair</a:t>
            </a:r>
          </a:p>
          <a:p>
            <a:r>
              <a:rPr lang="en-IN" dirty="0"/>
              <a:t>24BCE5285</a:t>
            </a:r>
          </a:p>
          <a:p>
            <a:r>
              <a:rPr lang="en-IN" dirty="0"/>
              <a:t>Web programming- TG1 slot</a:t>
            </a:r>
          </a:p>
        </p:txBody>
      </p:sp>
    </p:spTree>
    <p:extLst>
      <p:ext uri="{BB962C8B-B14F-4D97-AF65-F5344CB8AC3E}">
        <p14:creationId xmlns:p14="http://schemas.microsoft.com/office/powerpoint/2010/main" val="34060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DFAD-56CC-5D78-7816-416FF9EA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6F88-D6D2-3168-77AA-B45AE21F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345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To develop an interactive and user friendly website for an online book rental system that allows users to browse, rent, and manage books efficiently.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4932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EBF0C-B5A8-87D0-8215-E8D852AD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839AB-7653-21D0-244C-3AF849C7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Provide easy book browsing and searching</a:t>
            </a:r>
            <a:br>
              <a:rPr lang="en-US" sz="2400" dirty="0"/>
            </a:br>
            <a:r>
              <a:rPr lang="en-US" sz="2400" dirty="0"/>
              <a:t>• User registration and login interface</a:t>
            </a:r>
            <a:br>
              <a:rPr lang="en-US" sz="2400" dirty="0"/>
            </a:br>
            <a:r>
              <a:rPr lang="en-US" sz="2400" dirty="0"/>
              <a:t>• Rent and return book UI</a:t>
            </a:r>
            <a:br>
              <a:rPr lang="en-US" sz="2400" dirty="0"/>
            </a:br>
            <a:r>
              <a:rPr lang="en-US" sz="2400" dirty="0"/>
              <a:t>• Admin dashboard interface</a:t>
            </a:r>
            <a:br>
              <a:rPr lang="en-US" sz="2400" dirty="0"/>
            </a:br>
            <a:r>
              <a:rPr lang="en-US" sz="2400" dirty="0"/>
              <a:t>• Connect frontend with backend APIs</a:t>
            </a:r>
            <a:br>
              <a:rPr lang="en-US" sz="2400" dirty="0"/>
            </a:br>
            <a:r>
              <a:rPr lang="en-US" sz="2400" dirty="0"/>
              <a:t>• Responsive design for all devices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322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2C1E-51B0-D85D-E1C1-540F2C0B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04DB5-238F-D928-AFB4-14DD83D2D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• HTML &amp; CSS</a:t>
            </a:r>
          </a:p>
          <a:p>
            <a:pPr marL="0" indent="0">
              <a:buNone/>
            </a:pPr>
            <a:r>
              <a:rPr lang="en-IN" sz="2000" dirty="0"/>
              <a:t>•React JS</a:t>
            </a:r>
            <a:br>
              <a:rPr lang="en-IN" sz="2000" dirty="0"/>
            </a:br>
            <a:r>
              <a:rPr lang="en-IN" sz="2000" dirty="0"/>
              <a:t>• JavaScript </a:t>
            </a:r>
            <a:br>
              <a:rPr lang="en-IN" sz="2000" dirty="0"/>
            </a:br>
            <a:r>
              <a:rPr lang="en-IN" sz="2000" dirty="0"/>
              <a:t>• Axios for API calls</a:t>
            </a:r>
            <a:br>
              <a:rPr lang="en-IN" sz="2000" dirty="0"/>
            </a:br>
            <a:r>
              <a:rPr lang="en-IN" sz="2000" dirty="0"/>
              <a:t>• React Router</a:t>
            </a:r>
            <a:br>
              <a:rPr lang="en-IN" sz="2000" dirty="0"/>
            </a:br>
            <a:r>
              <a:rPr lang="en-IN" sz="2000" dirty="0"/>
              <a:t>• JWT based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65188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D01C-87D2-41A3-CC4A-B148377F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E9B04-4444-30EF-89C3-F6A750548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• Login &amp; Register</a:t>
            </a:r>
            <a:br>
              <a:rPr lang="en-US" sz="2000" dirty="0"/>
            </a:br>
            <a:r>
              <a:rPr lang="en-US" sz="2000" dirty="0"/>
              <a:t>• Rented book List</a:t>
            </a:r>
            <a:br>
              <a:rPr lang="en-US" sz="2000" dirty="0"/>
            </a:br>
            <a:r>
              <a:rPr lang="en-US" sz="2000" dirty="0"/>
              <a:t>• Book Card</a:t>
            </a:r>
            <a:br>
              <a:rPr lang="en-US" sz="2000" dirty="0"/>
            </a:br>
            <a:r>
              <a:rPr lang="en-US" sz="2000" dirty="0"/>
              <a:t>• Add Book</a:t>
            </a:r>
            <a:br>
              <a:rPr lang="en-US" sz="2000" dirty="0"/>
            </a:br>
            <a:r>
              <a:rPr lang="en-US" sz="2000" dirty="0"/>
              <a:t>• Rental Page</a:t>
            </a:r>
            <a:br>
              <a:rPr lang="en-US" sz="2000" dirty="0"/>
            </a:br>
            <a:r>
              <a:rPr lang="en-US" sz="2000" dirty="0"/>
              <a:t>• Admin Dashboard</a:t>
            </a:r>
            <a:br>
              <a:rPr lang="en-US" sz="2000" dirty="0"/>
            </a:br>
            <a:r>
              <a:rPr lang="en-US" sz="2000" dirty="0"/>
              <a:t>• User Profile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859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919C-971B-A35A-055B-D9ABC799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C83A2-A562-3D06-3081-7C8EDFABA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• Home Page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dirty="0" err="1"/>
              <a:t>Catalog</a:t>
            </a:r>
            <a:r>
              <a:rPr lang="en-IN" sz="2000" dirty="0"/>
              <a:t> Page</a:t>
            </a:r>
            <a:br>
              <a:rPr lang="en-IN" sz="2000" dirty="0"/>
            </a:br>
            <a:r>
              <a:rPr lang="en-IN" sz="2000" dirty="0"/>
              <a:t>• Book Details Page</a:t>
            </a:r>
            <a:br>
              <a:rPr lang="en-IN" sz="2000" dirty="0"/>
            </a:br>
            <a:r>
              <a:rPr lang="en-IN" sz="2000" dirty="0"/>
              <a:t>• My Rentals Page</a:t>
            </a:r>
            <a:br>
              <a:rPr lang="en-IN" sz="2000" dirty="0"/>
            </a:br>
            <a:r>
              <a:rPr lang="en-IN" sz="2000" dirty="0"/>
              <a:t>• Dashboard Page</a:t>
            </a:r>
            <a:br>
              <a:rPr lang="en-IN" sz="2000" dirty="0"/>
            </a:br>
            <a:r>
              <a:rPr lang="en-IN" sz="2000" dirty="0"/>
              <a:t>• Profile Page</a:t>
            </a:r>
          </a:p>
        </p:txBody>
      </p:sp>
    </p:spTree>
    <p:extLst>
      <p:ext uri="{BB962C8B-B14F-4D97-AF65-F5344CB8AC3E}">
        <p14:creationId xmlns:p14="http://schemas.microsoft.com/office/powerpoint/2010/main" val="3744392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E6A3-4051-0C79-F28C-0B5CBF26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32CB5-0138-9A41-1F45-E9BF70E53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Working Flow:</a:t>
            </a:r>
          </a:p>
          <a:p>
            <a:pPr marL="0" indent="0">
              <a:buNone/>
            </a:pPr>
            <a:r>
              <a:rPr lang="en-US" dirty="0"/>
              <a:t>User Login → Token Stored → Browse Books → Select Book → Rent Book →View in My Rentals → Return Book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91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0CCB-8177-2CE6-7781-C7ADF18F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78B4F-9D63-9457-51E7-3FA09D4C8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Book Rental System provides an easy, responsive and interactive interface. It helps users to manage book rentals digitally with secure API communication and modern react concepts.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883837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220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Library Rental System</vt:lpstr>
      <vt:lpstr>Aim</vt:lpstr>
      <vt:lpstr>Objectives</vt:lpstr>
      <vt:lpstr>Technologies Used</vt:lpstr>
      <vt:lpstr>Main Components</vt:lpstr>
      <vt:lpstr>Pages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Gangaprasad G</dc:creator>
  <cp:lastModifiedBy>Gangaprasad G</cp:lastModifiedBy>
  <cp:revision>1</cp:revision>
  <dcterms:created xsi:type="dcterms:W3CDTF">2026-02-10T06:47:42Z</dcterms:created>
  <dcterms:modified xsi:type="dcterms:W3CDTF">2026-02-10T06:58:50Z</dcterms:modified>
</cp:coreProperties>
</file>